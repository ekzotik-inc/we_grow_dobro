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878840"/>
            <a:ext cx="3657600" cy="510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10.09 — 16.09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17.09 — 23.09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24.09 — 30.09 · 1700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За что боремся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Итоги подводим после последней недели марафона.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5166360" cy="38404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45262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600" b="1">
                <a:solidFill>
                  <a:srgbClr val="F2B83E"/>
                </a:solidFill>
                <a:latin typeface="Segoe UI"/>
              </a:rPr>
              <a:t>Личный зачёт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500" b="0">
                <a:solidFill>
                  <a:srgbClr val="94A7B8"/>
                </a:solidFill>
                <a:latin typeface="Segoe UI"/>
              </a:rPr>
              <a:t>ТОП-10 участников с наибольшим количеством баллов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Личные консультации — прокачаете себя в таких сферах: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Психология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Нутрициология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Финансовая грамотность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Гражданское право (юридическая помощь)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Считаются все баллы за три недели: и зачтённые дела, и корректировки P&amp;C.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965960"/>
            <a:ext cx="5166360" cy="38404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2286000"/>
            <a:ext cx="45262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600" b="1">
                <a:solidFill>
                  <a:srgbClr val="F2B83E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500" b="0">
                <a:solidFill>
                  <a:srgbClr val="94A7B8"/>
                </a:solidFill>
                <a:latin typeface="Segoe UI"/>
              </a:rPr>
              <a:t>Команда с наибольшим количеством набранных баллов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ужин за счёт компании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 зачёт команды идут баллы всех её участников.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94A7B8"/>
                </a:solidFill>
                <a:latin typeface="Segoe UI"/>
              </a:rPr>
              <a:t>Своё место видно в боте в любой момент — раздел «Призы».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Пришли по ссылке-приглашению от коллеги? Команда уже выбрана — шагов всего два.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07994"/>
            <a:ext cx="2552513" cy="2042011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393" y="2407994"/>
            <a:ext cx="2248085" cy="20420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«Моя команда» → «Пригласить в команду» — ссылка, по которой коллега попадёт именно в вашу команду и зарегистрируется в два шага.</a:t>
            </a:r>
          </a:p>
        </p:txBody>
      </p:sp>
      <p:pic>
        <p:nvPicPr>
          <p:cNvPr id="6" name="Picture 5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04450"/>
            <a:ext cx="1612899" cy="2249099"/>
          </a:xfrm>
          <a:prstGeom prst="rect">
            <a:avLst/>
          </a:prstGeom>
        </p:spPr>
      </p:pic>
      <p:pic>
        <p:nvPicPr>
          <p:cNvPr id="7" name="Picture 6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779" y="2304450"/>
            <a:ext cx="3187699" cy="22490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287665"/>
            <a:ext cx="2100492" cy="4282670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1372" y="1287665"/>
            <a:ext cx="2700107" cy="42826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7.  Побороться за призы: ТОП-10 и команда-победитель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