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828800"/>
            <a:ext cx="6949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000" b="1">
                <a:solidFill>
                  <a:srgbClr val="5EA9EE"/>
                </a:solidFill>
                <a:latin typeface="Segoe UI"/>
              </a:rPr>
              <a:t>МАРАФОН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6000" b="1">
                <a:solidFill>
                  <a:srgbClr val="FFFFFF"/>
                </a:solidFill>
                <a:latin typeface="Segoe UI"/>
              </a:rPr>
              <a:t>Добрых дел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2200" b="0">
                <a:solidFill>
                  <a:srgbClr val="94A7B8"/>
                </a:solidFill>
                <a:latin typeface="Segoe UI"/>
              </a:rPr>
              <a:t>3 недели · 12 добрых дел · командный зачёт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1800" b="0">
                <a:solidFill>
                  <a:srgbClr val="FFFFFF"/>
                </a:solidFill>
                <a:latin typeface="Segoe UI"/>
              </a:rPr>
              <a:t>Всё происходит в Telegram-боте: получаешь задание, делаешь доброе дело, присылаешь фото — получаешь баллы себе и своей команде.</a:t>
            </a:r>
          </a:p>
        </p:txBody>
      </p:sp>
      <p:pic>
        <p:nvPicPr>
          <p:cNvPr id="3" name="Picture 2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878840"/>
            <a:ext cx="3657600" cy="5100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Что вас ждёт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3 недели марафона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Каждую неделю открывается 4 новых задания.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0916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12 добрых дел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От благодарности коллеге до помощи приюту.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73736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3852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200–500 баллов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Чем сложнее дело, тем дороже оно стоит.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4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Командный зачёт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Ваши баллы идут вам и вашей команде.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5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Рейтинг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Видно свой вклад и место команды в реальном времени.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474720"/>
            <a:ext cx="3291840" cy="141732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675888"/>
            <a:ext cx="27432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300" b="1">
                <a:solidFill>
                  <a:srgbClr val="F2B83E"/>
                </a:solidFill>
                <a:latin typeface="Segoe UI"/>
              </a:rPr>
              <a:t>6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900" b="1">
                <a:solidFill>
                  <a:srgbClr val="FFFFFF"/>
                </a:solidFill>
                <a:latin typeface="Segoe UI"/>
              </a:rPr>
              <a:t>Проверка P&amp;C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Каждый отчёт смотрит человек, а не робот.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Три недели — три темы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Неделя открывается организаторами. Пока неделя не открыта, задания скрыты.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1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10.09 — 16.09 · 1400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Выразить благодарность коллеге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Тайный доброжелатель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Поделиться обучающим материалом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Визит в детский дом / хоспис — 500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1032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2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17.09 — 23.09 · 1400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Вклад в корпоративную библиотеку — 200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Экологический сбор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Настольные игры с коллегами — 300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World CleanUp Day — 500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965960"/>
            <a:ext cx="3429000" cy="402336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05088" y="2286000"/>
            <a:ext cx="2843784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2400" b="1">
                <a:solidFill>
                  <a:srgbClr val="F2B83E"/>
                </a:solidFill>
                <a:latin typeface="Segoe UI"/>
              </a:rPr>
              <a:t>Неделя 3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300" b="0">
                <a:solidFill>
                  <a:srgbClr val="94A7B8"/>
                </a:solidFill>
                <a:latin typeface="Segoe UI"/>
              </a:rPr>
              <a:t>24.09 — 30.09 · 1700 баллов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Покормить животных в приюте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Сбор одежды на благотворительность — 400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Вовлечённость и благополучие коллег — 500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00" b="0">
                <a:solidFill>
                  <a:srgbClr val="FFFFFF"/>
                </a:solidFill>
                <a:latin typeface="Segoe UI"/>
              </a:rPr>
              <a:t>•  Сходить в кино с коллегами — 300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1 · РЕГИСТРАЦИЯ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Знакомимся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Займёт минуту, делается один раз.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бота и нажмите «Начать».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Напишите имя и фамилию одним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номер телефона: кнопкой «Поделиться номером» или текстом в формате +998 90 123 45 67.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Выберите свою команду из списка.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Пришли по ссылке-приглашению от коллеги? Команда уже выбрана — шагов всего два.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Кнопка «Поделиться номером» работает в мобильном Telegram. В десктопной версии просто напишите номер текстом.</a:t>
            </a:r>
          </a:p>
        </p:txBody>
      </p:sp>
      <p:pic>
        <p:nvPicPr>
          <p:cNvPr id="6" name="Picture 5" descr="01_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1" y="2588111"/>
            <a:ext cx="1818137" cy="1681777"/>
          </a:xfrm>
          <a:prstGeom prst="rect">
            <a:avLst/>
          </a:prstGeom>
        </p:spPr>
      </p:pic>
      <p:pic>
        <p:nvPicPr>
          <p:cNvPr id="7" name="Picture 6" descr="02_reg_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9018" y="2588111"/>
            <a:ext cx="2982461" cy="1681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2 · ПОДТВЕРЖДЕНИЕ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Ждём зелёный свет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Заявку проверяет сотрудник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регистрации заявка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пришлёт сообщение, когда вас подтвердят.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До подтверждения задания недоступны — это нормально.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ждёте дольше рабочего дня — напишите в «Помощь».</a:t>
            </a:r>
          </a:p>
        </p:txBody>
      </p:sp>
      <p:pic>
        <p:nvPicPr>
          <p:cNvPr id="4" name="Picture 3" descr="03_reg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407994"/>
            <a:ext cx="2552513" cy="2042011"/>
          </a:xfrm>
          <a:prstGeom prst="rect">
            <a:avLst/>
          </a:prstGeom>
        </p:spPr>
      </p:pic>
      <p:pic>
        <p:nvPicPr>
          <p:cNvPr id="5" name="Picture 4" descr="05_pe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3393" y="2407994"/>
            <a:ext cx="2248085" cy="20420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3 · ГЛАВНОЕ МЕНЮ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Ваш штаб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Отсюда доступно всё.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«Задания недели» — список дел текущей недели.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«Моя команда» — состав и баллы команды.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«Мой вклад» — что вы сдали и что зачтено.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«Рейтинг» — таблица команд.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«Правила» и «Помощь» — если что-то непонятно.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«Моя команда» → «Пригласить в команду» — ссылка, по которой коллега попадёт именно в вашу команду и зарегистрируется в два шага.</a:t>
            </a:r>
          </a:p>
        </p:txBody>
      </p:sp>
      <p:pic>
        <p:nvPicPr>
          <p:cNvPr id="6" name="Picture 5" descr="06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04450"/>
            <a:ext cx="1612899" cy="2249099"/>
          </a:xfrm>
          <a:prstGeom prst="rect">
            <a:avLst/>
          </a:prstGeom>
        </p:spPr>
      </p:pic>
      <p:pic>
        <p:nvPicPr>
          <p:cNvPr id="7" name="Picture 6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779" y="2304450"/>
            <a:ext cx="3187699" cy="22490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4 · ВЫБОР ЗАДАНИЯ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Выбираем доброе дело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Задания открываются по неделям.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«Задания недели» — увидите 4 дела и их стоимость.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Откройте любое задание кнопкой «Задание 1…4».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Прочитайте описание: что нужно сделать и сколько это стоит.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Нажмите «Выполнил» — бот проведёт по шагам.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Если недели ещё не открыты, бот честно скажет: задания скоро будут доступны.</a:t>
            </a:r>
          </a:p>
        </p:txBody>
      </p:sp>
      <p:pic>
        <p:nvPicPr>
          <p:cNvPr id="6" name="Picture 5" descr="07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287665"/>
            <a:ext cx="2100492" cy="4282670"/>
          </a:xfrm>
          <a:prstGeom prst="rect">
            <a:avLst/>
          </a:prstGeom>
        </p:spPr>
      </p:pic>
      <p:pic>
        <p:nvPicPr>
          <p:cNvPr id="7" name="Picture 6" descr="08_t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1372" y="1287665"/>
            <a:ext cx="2700107" cy="42826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5 · ОТЧЁТ ПО ШАГАМ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Присылаем доказательства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Каждый шаг — отдельное сообщение.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присылает шаг: что сфотографировать или написать.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В каждом шаге есть блок «Что должно быть видно» и «Что не подойдёт».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Отправьте фото или текст ответным сообщением.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Бот подтвердит шаг и откроет следующий.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Когда шаги закончились — нажмите «Отправить на проверку».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5486400"/>
            <a:ext cx="5669280" cy="868680"/>
          </a:xfrm>
          <a:prstGeom prst="roundRect">
            <a:avLst>
              <a:gd name="adj" fmla="val 6000"/>
            </a:avLst>
          </a:prstGeom>
          <a:solidFill>
            <a:srgbClr val="1E2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5669280"/>
            <a:ext cx="5212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400" b="0">
                <a:solidFill>
                  <a:srgbClr val="94A7B8"/>
                </a:solidFill>
                <a:latin typeface="Segoe UI"/>
              </a:rPr>
              <a:t>Отчёт можно продолжить позже — бот помнит, на каком шаге вы остановились.</a:t>
            </a:r>
          </a:p>
        </p:txBody>
      </p:sp>
      <p:pic>
        <p:nvPicPr>
          <p:cNvPr id="6" name="Picture 5" descr="09_ste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1651275"/>
            <a:ext cx="2310400" cy="3555450"/>
          </a:xfrm>
          <a:prstGeom prst="rect">
            <a:avLst/>
          </a:prstGeom>
        </p:spPr>
      </p:pic>
      <p:pic>
        <p:nvPicPr>
          <p:cNvPr id="7" name="Picture 6" descr="10_ste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1280" y="1651275"/>
            <a:ext cx="2490198" cy="3555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66928"/>
            <a:ext cx="5852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1">
                <a:solidFill>
                  <a:srgbClr val="5EA9EE"/>
                </a:solidFill>
                <a:latin typeface="Segoe UI"/>
              </a:rPr>
              <a:t>ШАГ 6 · БАЛЛЫ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3600" b="1">
                <a:solidFill>
                  <a:srgbClr val="FFFFFF"/>
                </a:solidFill>
                <a:latin typeface="Segoe UI"/>
              </a:rPr>
              <a:t>Получаем результат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600" b="0">
                <a:solidFill>
                  <a:srgbClr val="94A7B8"/>
                </a:solidFill>
                <a:latin typeface="Segoe UI"/>
              </a:rPr>
              <a:t>Отчёт смотрит P&amp;C.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56692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После отправки отчёт уходит на проверку.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всё в порядке — баллы падают вам и команде, придёт уведомление.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Если чего-то не хватило — бот объяснит, что поправить, и можно переслать.</a:t>
            </a:r>
          </a:p>
          <a:p>
            <a:pPr algn="l">
              <a:lnSpc>
                <a:spcPct val="115000"/>
              </a:lnSpc>
              <a:spcBef>
                <a:spcPts val="1600"/>
              </a:spcBef>
            </a:pPr>
            <a:r>
              <a:rPr sz="1700" b="0">
                <a:solidFill>
                  <a:srgbClr val="FFFFFF"/>
                </a:solidFill>
                <a:latin typeface="Segoe UI"/>
              </a:rPr>
              <a:t>Свои баллы всегда видно в «Мой вклад», командные — в «Рейтинге».</a:t>
            </a:r>
          </a:p>
        </p:txBody>
      </p:sp>
      <p:pic>
        <p:nvPicPr>
          <p:cNvPr id="4" name="Picture 3" descr="11_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317539"/>
            <a:ext cx="1650003" cy="2222921"/>
          </a:xfrm>
          <a:prstGeom prst="rect">
            <a:avLst/>
          </a:prstGeom>
        </p:spPr>
      </p:pic>
      <p:pic>
        <p:nvPicPr>
          <p:cNvPr id="5" name="Picture 4" descr="13_rat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0883" y="2317539"/>
            <a:ext cx="3150596" cy="22229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21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80160"/>
            <a:ext cx="65836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4000" b="1">
                <a:solidFill>
                  <a:srgbClr val="FFFFFF"/>
                </a:solidFill>
                <a:latin typeface="Segoe UI"/>
              </a:rPr>
              <a:t>Коротко: что делать</a:t>
            </a:r>
          </a:p>
          <a:p>
            <a:pPr algn="l">
              <a:lnSpc>
                <a:spcPct val="115000"/>
              </a:lnSpc>
              <a:spcBef>
                <a:spcPts val="2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1.  Открыть бота и нажать «Начать»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2.  Пройти регистрацию: имя → номер → команда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3.  Дождаться подтверждения от P&amp;C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4.  Открыть «Задания недели» и выбрать дело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5.  Сделать доброе дело и прислать отчёт по шагам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2000" b="0">
                <a:solidFill>
                  <a:srgbClr val="FFFFFF"/>
                </a:solidFill>
                <a:latin typeface="Segoe UI"/>
              </a:rPr>
              <a:t>6.  Получить баллы и следить за рейтингом</a:t>
            </a:r>
          </a:p>
          <a:p>
            <a:pPr algn="l">
              <a:lnSpc>
                <a:spcPct val="115000"/>
              </a:lnSpc>
              <a:spcBef>
                <a:spcPts val="2600"/>
              </a:spcBef>
            </a:pPr>
            <a:r>
              <a:rPr sz="1700" b="0">
                <a:solidFill>
                  <a:srgbClr val="94A7B8"/>
                </a:solidFill>
                <a:latin typeface="Segoe UI"/>
              </a:rPr>
              <a:t>Вопросы — раздел «Помощь» в боте.</a:t>
            </a:r>
          </a:p>
        </p:txBody>
      </p:sp>
      <p:pic>
        <p:nvPicPr>
          <p:cNvPr id="3" name="Picture 2" descr="14_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2236"/>
            <a:ext cx="3749038" cy="41135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