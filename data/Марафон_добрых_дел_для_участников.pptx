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021080"/>
            <a:ext cx="3657600" cy="481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10.09 — 13.09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14.09 — 20.09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21.09 — 27.09 · 1700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50888"/>
            <a:ext cx="2445280" cy="1956224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160" y="2450888"/>
            <a:ext cx="2355319" cy="19562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326335"/>
            <a:ext cx="1674934" cy="2205330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815" y="2326335"/>
            <a:ext cx="3125664" cy="2205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09651"/>
            <a:ext cx="2128216" cy="4238697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9096" y="1309651"/>
            <a:ext cx="2672383" cy="4238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